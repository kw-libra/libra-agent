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cover-system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가져갈 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피드백을 자료 구조와 실제 구현 흐름으로 다시 정리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73352"/>
            <a:ext cx="109728" cy="1097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6002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제목: Direct Indexing이 아니라 사용자가 이해하는 시스템명으로 재정의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5856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문제정의: 포트폴리오 투자 → 개인화 → 운용 난점 → AI 리밸런싱으로 연결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990088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1693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요구사항: 회원가입, KIS 종목 선택, 목표비중, 잔고 동기화, AI 판단, 주문 제안까지 번호로 명세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48456"/>
            <a:ext cx="109728" cy="109728"/>
          </a:xfrm>
          <a:prstGeom prst="ellipse">
            <a:avLst/>
          </a:prstGeom>
          <a:solidFill>
            <a:srgbClr val="C8E24A"/>
          </a:solidFill>
          <a:ln w="12700">
            <a:solidFill>
              <a:srgbClr val="C8E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5753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시연: 목표비중과 현재비중 차이로 REBALANCE 판단과 KIS 현재가 주문 제안 확인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스토리라인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장의 문단처럼 연결되게 말한다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926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투자는 단일 종목 리스크를 줄이는 방법이다.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1188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818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70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75818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개인은 ETF가 아니라 자기 철학에 맞는 종목 조합을 원한다.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그렇기 때문에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4710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고른 종목은 비중 조정, 뉴스 반영, 비용 판단이 필요하다.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972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5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602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종합하면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3602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LIBRA는 이 과정을 설명 가능한 AI 판단 흐름으로 자동화한다.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흐름이 끊기면 또 “그래서 뭘 만든다는 거냐”로 돌아간다.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명세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빙빙 돌려 설명하지 않고 만들 기능을 번호로 고정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5910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회원가입/로그인과 사용자별 데이터 분리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350008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340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종목 조회와 목표비중 설정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099816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090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잔고·현재가 동기화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3849624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목표비중 대비 현재비중 드리프트 계산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55080" y="1600200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5910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공시·뉴스·리포트·수익·비용 에이전트 판단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55080" y="2350008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2340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Trace와 판단 이력 저장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55080" y="3099816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3090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현재가 기반 모의주문 수량 산출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55080" y="3849624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3840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Buy &amp; Hold / 기계적 리밸런싱 / LIBRA 비교 검증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functional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multi-agent-ju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데이터 정량화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뉴스·공시·리포트를 Judge가 비교 가능한 공통 신호로 바꾼다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1907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63240" y="1682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긍정/부정 방향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6492240" y="16459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71907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strength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49640" y="1682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강도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1005840" y="230428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37744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63240" y="2340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신뢰도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492240" y="230428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37744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source_trust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49640" y="2340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신뢰도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1005840" y="2962656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03580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horizon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기간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492240" y="2962656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03580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risk_level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수준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1005840" y="3621024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69417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3657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전달 근거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100584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방어 논리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5840" y="5376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자연어를 그대로 믿는 것이 아니라, 공통 스키마로 정규화하고 스키마 검증을 거친 뒤 Judge 판단에 넣는다.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구현된 end-to-end 흐름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로컬에서 확인한 실제 동작 증거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9728" cy="1097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57276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포트폴리오: 삼성전자 50%, SK하이닉스 50%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04288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3113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포트폴리오: 현금 100% 또는 KIS 동기화 잔고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962656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8895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판단: REBALANCE, 후보 초안 005930 +0.1 / 000660 +0.1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54787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Trace: Judge가 호출한 에이전트와 판단 근거 저장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79392"/>
            <a:ext cx="109728" cy="109728"/>
          </a:xfrm>
          <a:prstGeom prst="ellipse">
            <a:avLst/>
          </a:prstGeom>
          <a:solidFill>
            <a:srgbClr val="C8E24A"/>
          </a:solidFill>
          <a:ln w="12700">
            <a:solidFill>
              <a:srgbClr val="C8E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2062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현재가 기반 주문 제안: 2건 생성, 예시 삼성전자 BUY 11주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demo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benchmark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역할과 통합 방향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repo를 5개 컴포넌트에 배치해서 설명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68680" y="15727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63240" y="1572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 / collector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뉴스·공시·리포트 정규화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225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3225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repos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23225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에이전트로 흡수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868680" y="2761488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7238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리밸런싱 처리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3072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/ libra-direct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3072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주문 후보와 모의주문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868680" y="3511296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22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3240" y="38221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+ frontend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3822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History, Trace, 평가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868680" y="4261104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72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63240" y="4572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온보딩, 설정, 실행 게이트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868680" y="5010912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715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표현: “완전 통합 완료”가 아니라 “컴포넌트별 통합 기준과 반영 계획을 잡았다.”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내일의 결론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선언보다 중요한 것은 문제정의와 검증 가능한 구현 흐름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719072"/>
            <a:ext cx="109728" cy="1097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6459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LIBRA의 목표는 설명 가능한 AI 판단 기반 자동 리밸런싱 시스템으로 고정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0428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end-to-end 흐름은 실제로 연결됨: 목표비중 → Judge → Trace → KIS 주문 제안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6265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고도화는 Claude 기반 수익/비용 판단, 온보딩 UX, 백테스트 검증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94176"/>
            <a:ext cx="109728" cy="109728"/>
          </a:xfrm>
          <a:prstGeom prst="ellipse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2102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교수님께 요청할 피드백: 정성 데이터 정량화와 성능 지표 정의가 타당한지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말하기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650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“이제 무엇을 만들지 불명확한 상태가 아니라, 기능 명세와 판단 구조를 기준으로 구현과 검증을 진행하고 있습니다.”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KW-Libra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 미팅 준비 자료</dc:title>
  <dc:subject>2026-05-08 professor meeting</dc:subject>
  <dc:creator>LIBRA</dc:creator>
  <cp:lastModifiedBy>LIBRA</cp:lastModifiedBy>
  <cp:revision>1</cp:revision>
  <dcterms:created xsi:type="dcterms:W3CDTF">2026-05-07T11:58:00Z</dcterms:created>
  <dcterms:modified xsi:type="dcterms:W3CDTF">2026-05-07T11:58:00Z</dcterms:modified>
</cp:coreProperties>
</file>